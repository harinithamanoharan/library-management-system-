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/>
              <a:t>Library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Presented by:</a:t>
            </a:r>
          </a:p>
          <a:p>
            <a:pPr>
              <a:defRPr sz="2000"/>
            </a:pPr>
            <a:r>
              <a:t>Harinitha MG</a:t>
            </a:r>
          </a:p>
          <a:p>
            <a:pPr>
              <a:defRPr sz="2000"/>
            </a:pPr>
            <a:r>
              <a:t>ECE</a:t>
            </a:r>
          </a:p>
          <a:p>
            <a:pPr>
              <a:defRPr sz="2000"/>
            </a:pPr>
            <a:r>
              <a:t>VSB Engineering College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Library Management System is a software designed to manage and organize library resources efficiently.</a:t>
            </a:r>
          </a:p>
          <a:p/>
          <a:p>
            <a:r>
              <a:t>It helps track books, manage student records, and streamline issuing and returning processes.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Book Registration and Cataloging</a:t>
            </a:r>
          </a:p>
          <a:p>
            <a:r>
              <a:t>- Member Management</a:t>
            </a:r>
          </a:p>
          <a:p>
            <a:r>
              <a:t>- Book Issue and Return Tracking</a:t>
            </a:r>
          </a:p>
          <a:p>
            <a:r>
              <a:t>- Fine Calculation for Late Returns</a:t>
            </a:r>
          </a:p>
          <a:p>
            <a:r>
              <a:t>- Search and Filter Options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Simplifies library operations</a:t>
            </a:r>
          </a:p>
          <a:p>
            <a:r>
              <a:t>- Increases accuracy and efficiency</a:t>
            </a:r>
          </a:p>
          <a:p>
            <a:r>
              <a:t>- Easy access to book availability</a:t>
            </a:r>
          </a:p>
          <a:p>
            <a:r>
              <a:t>- Reduces manual work</a:t>
            </a:r>
          </a:p>
          <a:p>
            <a:r>
              <a:t>- Saves time for librarians and users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Library Management System enhances the efficiency of managing library activities.</a:t>
            </a:r>
          </a:p>
          <a:p/>
          <a:p>
            <a:r>
              <a:t>It provides better user experience, easy tracking, and supports digital transformation of libraries.</a:t>
            </a:r>
          </a:p>
          <a:p/>
          <a:p>
            <a:r>
              <a:t>Future versions may include mobile apps and barcode scanning.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